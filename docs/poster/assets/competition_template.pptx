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sldIdLst>
    <p:sldId id="261" r:id="rId3"/>
    <p:sldId id="260" r:id="rId4"/>
    <p:sldId id="258" r:id="rId5"/>
    <p:sldId id="262" r:id="rId6"/>
    <p:sldId id="257" r:id="rId7"/>
    <p:sldId id="259" r:id="rId8"/>
  </p:sldIdLst>
  <p:sldSz cx="34199513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80" autoAdjust="0"/>
    <p:restoredTop sz="96076" autoAdjust="0"/>
  </p:normalViewPr>
  <p:slideViewPr>
    <p:cSldViewPr snapToGrid="0">
      <p:cViewPr varScale="1">
        <p:scale>
          <a:sx n="16" d="100"/>
          <a:sy n="16" d="100"/>
        </p:scale>
        <p:origin x="348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5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62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483E8A6-A21E-A137-3D7C-60E941A5AE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4199513" cy="4320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1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3419947" rtl="0" eaLnBrk="1" latinLnBrk="1" hangingPunct="1">
        <a:lnSpc>
          <a:spcPct val="90000"/>
        </a:lnSpc>
        <a:spcBef>
          <a:spcPct val="0"/>
        </a:spcBef>
        <a:buNone/>
        <a:defRPr sz="16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4987" indent="-854987" algn="l" defTabSz="3419947" rtl="0" eaLnBrk="1" latinLnBrk="1" hangingPunct="1">
        <a:lnSpc>
          <a:spcPct val="90000"/>
        </a:lnSpc>
        <a:spcBef>
          <a:spcPts val="3740"/>
        </a:spcBef>
        <a:buFont typeface="Arial" panose="020B0604020202020204" pitchFamily="34" charset="0"/>
        <a:buChar char="•"/>
        <a:defRPr sz="10472" kern="1200">
          <a:solidFill>
            <a:schemeClr val="tx1"/>
          </a:solidFill>
          <a:latin typeface="+mn-lt"/>
          <a:ea typeface="+mn-ea"/>
          <a:cs typeface="+mn-cs"/>
        </a:defRPr>
      </a:lvl1pPr>
      <a:lvl2pPr marL="2564961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8976" kern="1200">
          <a:solidFill>
            <a:schemeClr val="tx1"/>
          </a:solidFill>
          <a:latin typeface="+mn-lt"/>
          <a:ea typeface="+mn-ea"/>
          <a:cs typeface="+mn-cs"/>
        </a:defRPr>
      </a:lvl2pPr>
      <a:lvl3pPr marL="4274934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7480" kern="1200">
          <a:solidFill>
            <a:schemeClr val="tx1"/>
          </a:solidFill>
          <a:latin typeface="+mn-lt"/>
          <a:ea typeface="+mn-ea"/>
          <a:cs typeface="+mn-cs"/>
        </a:defRPr>
      </a:lvl3pPr>
      <a:lvl4pPr marL="5984908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4pPr>
      <a:lvl5pPr marL="7694882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5pPr>
      <a:lvl6pPr marL="9404855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6pPr>
      <a:lvl7pPr marL="11114829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7pPr>
      <a:lvl8pPr marL="12824803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8pPr>
      <a:lvl9pPr marL="14534777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1pPr>
      <a:lvl2pPr marL="1709974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2pPr>
      <a:lvl3pPr marL="3419947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3pPr>
      <a:lvl4pPr marL="5129921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4pPr>
      <a:lvl5pPr marL="6839895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5pPr>
      <a:lvl6pPr marL="8549869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6pPr>
      <a:lvl7pPr marL="10259842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7pPr>
      <a:lvl8pPr marL="11969816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8pPr>
      <a:lvl9pPr marL="13679790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EF4A25-A5A7-D8A9-393D-E0AF398DC5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7330" cy="432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5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3419947" rtl="0" eaLnBrk="1" latinLnBrk="1" hangingPunct="1">
        <a:lnSpc>
          <a:spcPct val="90000"/>
        </a:lnSpc>
        <a:spcBef>
          <a:spcPct val="0"/>
        </a:spcBef>
        <a:buNone/>
        <a:defRPr sz="16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4987" indent="-854987" algn="l" defTabSz="3419947" rtl="0" eaLnBrk="1" latinLnBrk="1" hangingPunct="1">
        <a:lnSpc>
          <a:spcPct val="90000"/>
        </a:lnSpc>
        <a:spcBef>
          <a:spcPts val="3740"/>
        </a:spcBef>
        <a:buFont typeface="Arial" panose="020B0604020202020204" pitchFamily="34" charset="0"/>
        <a:buChar char="•"/>
        <a:defRPr sz="10472" kern="1200">
          <a:solidFill>
            <a:schemeClr val="tx1"/>
          </a:solidFill>
          <a:latin typeface="+mn-lt"/>
          <a:ea typeface="+mn-ea"/>
          <a:cs typeface="+mn-cs"/>
        </a:defRPr>
      </a:lvl1pPr>
      <a:lvl2pPr marL="2564961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8976" kern="1200">
          <a:solidFill>
            <a:schemeClr val="tx1"/>
          </a:solidFill>
          <a:latin typeface="+mn-lt"/>
          <a:ea typeface="+mn-ea"/>
          <a:cs typeface="+mn-cs"/>
        </a:defRPr>
      </a:lvl2pPr>
      <a:lvl3pPr marL="4274934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7480" kern="1200">
          <a:solidFill>
            <a:schemeClr val="tx1"/>
          </a:solidFill>
          <a:latin typeface="+mn-lt"/>
          <a:ea typeface="+mn-ea"/>
          <a:cs typeface="+mn-cs"/>
        </a:defRPr>
      </a:lvl3pPr>
      <a:lvl4pPr marL="5984908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4pPr>
      <a:lvl5pPr marL="7694882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5pPr>
      <a:lvl6pPr marL="9404855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6pPr>
      <a:lvl7pPr marL="11114829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7pPr>
      <a:lvl8pPr marL="12824803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8pPr>
      <a:lvl9pPr marL="14534777" indent="-854987" algn="l" defTabSz="3419947" rtl="0" eaLnBrk="1" latinLnBrk="1" hangingPunct="1">
        <a:lnSpc>
          <a:spcPct val="90000"/>
        </a:lnSpc>
        <a:spcBef>
          <a:spcPts val="1870"/>
        </a:spcBef>
        <a:buFont typeface="Arial" panose="020B0604020202020204" pitchFamily="34" charset="0"/>
        <a:buChar char="•"/>
        <a:defRPr sz="67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1pPr>
      <a:lvl2pPr marL="1709974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2pPr>
      <a:lvl3pPr marL="3419947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3pPr>
      <a:lvl4pPr marL="5129921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4pPr>
      <a:lvl5pPr marL="6839895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5pPr>
      <a:lvl6pPr marL="8549869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6pPr>
      <a:lvl7pPr marL="10259842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7pPr>
      <a:lvl8pPr marL="11969816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8pPr>
      <a:lvl9pPr marL="13679790" algn="l" defTabSz="3419947" rtl="0" eaLnBrk="1" latinLnBrk="1" hangingPunct="1">
        <a:defRPr sz="67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7903222@startline.co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93235-BE61-7E4B-C64B-03848E83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31C7F5-636A-283D-0789-890AAC2B3C90}"/>
              </a:ext>
            </a:extLst>
          </p:cNvPr>
          <p:cNvSpPr txBox="1"/>
          <p:nvPr/>
        </p:nvSpPr>
        <p:spPr>
          <a:xfrm>
            <a:off x="2198648" y="8414698"/>
            <a:ext cx="24892000" cy="110799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ko-KR" altLang="en-US" sz="66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의료 </a:t>
            </a:r>
            <a:r>
              <a:rPr lang="en-US" altLang="ko-KR" sz="66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AI </a:t>
            </a:r>
            <a:r>
              <a:rPr lang="ko-KR" altLang="en-US" sz="66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솔루션 경진대회</a:t>
            </a:r>
            <a:r>
              <a:rPr lang="en-US" altLang="ko-KR" sz="66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 - </a:t>
            </a:r>
            <a:r>
              <a:rPr lang="ko-KR" altLang="en-US" sz="66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전시 부스 포스터 템플릿 작성 가이드라인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86F1723-0CED-0C75-BCEB-5388EA6E1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351121"/>
              </p:ext>
            </p:extLst>
          </p:nvPr>
        </p:nvGraphicFramePr>
        <p:xfrm>
          <a:off x="8583176" y="36556495"/>
          <a:ext cx="22960488" cy="5604305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6806088">
                  <a:extLst>
                    <a:ext uri="{9D8B030D-6E8A-4147-A177-3AD203B41FA5}">
                      <a16:colId xmlns:a16="http://schemas.microsoft.com/office/drawing/2014/main" val="2195690537"/>
                    </a:ext>
                  </a:extLst>
                </a:gridCol>
                <a:gridCol w="16154400">
                  <a:extLst>
                    <a:ext uri="{9D8B030D-6E8A-4147-A177-3AD203B41FA5}">
                      <a16:colId xmlns:a16="http://schemas.microsoft.com/office/drawing/2014/main" val="1702006466"/>
                    </a:ext>
                  </a:extLst>
                </a:gridCol>
              </a:tblGrid>
              <a:tr h="800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작성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806152"/>
                  </a:ext>
                </a:extLst>
              </a:tr>
              <a:tr h="800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팀명</a:t>
                      </a: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 및 </a:t>
                      </a:r>
                      <a:r>
                        <a:rPr lang="ko-KR" altLang="en-US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프로젝트</a:t>
                      </a: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참가팀명,</a:t>
                      </a:r>
                      <a:r>
                        <a:rPr lang="ko-KR" altLang="en-US" sz="36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프로젝트</a:t>
                      </a:r>
                      <a:r>
                        <a:rPr lang="ko-KR" sz="36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명</a:t>
                      </a: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, 핵심 기능을 설명하는 한 줄 소개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631534"/>
                  </a:ext>
                </a:extLst>
              </a:tr>
              <a:tr h="800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개발 배경 및 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해결하고자 하는 의료 </a:t>
                      </a:r>
                      <a:r>
                        <a:rPr lang="ko-KR" altLang="en-US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기술의</a:t>
                      </a: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 문제와 개발 필요성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865877"/>
                  </a:ext>
                </a:extLst>
              </a:tr>
              <a:tr h="800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솔루션 소개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주요 기능, 적용 대상 및 사용 환경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922486"/>
                  </a:ext>
                </a:extLst>
              </a:tr>
              <a:tr h="800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핵심 기술 및 작동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AI 활용 방식, 시스템 구성, 주요 처리 과정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558471"/>
                  </a:ext>
                </a:extLst>
              </a:tr>
              <a:tr h="800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주요 성과 및 차별점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구현·검증</a:t>
                      </a: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 결과, 주요 수치, 기존 방식 대비 강점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19189"/>
                  </a:ext>
                </a:extLst>
              </a:tr>
              <a:tr h="8006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활용 방안 및 기대효과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의료 </a:t>
                      </a:r>
                      <a:r>
                        <a:rPr lang="ko-KR" altLang="en-US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기술 </a:t>
                      </a:r>
                      <a:r>
                        <a:rPr lang="ko-KR" sz="36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</a:rPr>
                        <a:t>적용 방안, 기대효과 및 향후 발전 방향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68598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4A28A3-FCED-52EF-DF1A-6846D99BD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491218"/>
              </p:ext>
            </p:extLst>
          </p:nvPr>
        </p:nvGraphicFramePr>
        <p:xfrm>
          <a:off x="16642556" y="19376617"/>
          <a:ext cx="14901108" cy="3354402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4495306">
                  <a:extLst>
                    <a:ext uri="{9D8B030D-6E8A-4147-A177-3AD203B41FA5}">
                      <a16:colId xmlns:a16="http://schemas.microsoft.com/office/drawing/2014/main" val="3890597383"/>
                    </a:ext>
                  </a:extLst>
                </a:gridCol>
                <a:gridCol w="5792563">
                  <a:extLst>
                    <a:ext uri="{9D8B030D-6E8A-4147-A177-3AD203B41FA5}">
                      <a16:colId xmlns:a16="http://schemas.microsoft.com/office/drawing/2014/main" val="3082519052"/>
                    </a:ext>
                  </a:extLst>
                </a:gridCol>
                <a:gridCol w="4613239">
                  <a:extLst>
                    <a:ext uri="{9D8B030D-6E8A-4147-A177-3AD203B41FA5}">
                      <a16:colId xmlns:a16="http://schemas.microsoft.com/office/drawing/2014/main" val="1838832265"/>
                    </a:ext>
                  </a:extLst>
                </a:gridCol>
              </a:tblGrid>
              <a:tr h="721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권장 글꼴 </a:t>
                      </a: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폰트</a:t>
                      </a: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/ </a:t>
                      </a: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고딕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글자 크기 </a:t>
                      </a: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</a:t>
                      </a: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중요</a:t>
                      </a: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!)</a:t>
                      </a:r>
                      <a:endParaRPr lang="ko-KR" altLang="en-US" sz="3600" kern="1200" dirty="0">
                        <a:solidFill>
                          <a:srgbClr val="0070C0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655394"/>
                  </a:ext>
                </a:extLst>
              </a:tr>
              <a:tr h="721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각주 및 세부 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페이퍼로지</a:t>
                      </a: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4 regular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20~24pt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779313"/>
                  </a:ext>
                </a:extLst>
              </a:tr>
              <a:tr h="721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본문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페이퍼로지</a:t>
                      </a: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 semibold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600" dirty="0">
                          <a:solidFill>
                            <a:srgbClr val="0070C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26~32pt</a:t>
                      </a:r>
                      <a:endParaRPr lang="en-US" altLang="ko-KR" sz="3600" kern="1200" dirty="0">
                        <a:solidFill>
                          <a:srgbClr val="0070C0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106699"/>
                  </a:ext>
                </a:extLst>
              </a:tr>
              <a:tr h="838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제목 및 주요 타이틀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페이퍼로지</a:t>
                      </a: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8 </a:t>
                      </a:r>
                      <a:r>
                        <a:rPr lang="en-US" altLang="ko-KR" sz="3600" kern="1200" dirty="0" err="1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ExtraBold</a:t>
                      </a:r>
                      <a:endParaRPr lang="en-US" altLang="ko-KR" sz="3600" kern="1200" dirty="0">
                        <a:solidFill>
                          <a:srgbClr val="0070C0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본문보다 크게 설정</a:t>
                      </a:r>
                      <a:endParaRPr lang="en-US" altLang="ko-KR" sz="3600" kern="1200" dirty="0">
                        <a:solidFill>
                          <a:srgbClr val="0070C0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3600" kern="1200" dirty="0">
                          <a:solidFill>
                            <a:srgbClr val="0070C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36~42pt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96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F76769B-4DC4-8A11-D367-989C27187D01}"/>
              </a:ext>
            </a:extLst>
          </p:cNvPr>
          <p:cNvSpPr txBox="1"/>
          <p:nvPr/>
        </p:nvSpPr>
        <p:spPr>
          <a:xfrm>
            <a:off x="2198648" y="10168239"/>
            <a:ext cx="28205152" cy="24617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참가팀은 팀의 솔루션과 주요 성과를 쉽게 이해할 수 있도록 아래 기준에 따라 전시 부스 포스터를 작성해 주시기 바랍니다.</a:t>
            </a:r>
          </a:p>
          <a:p>
            <a:pPr>
              <a:lnSpc>
                <a:spcPct val="120000"/>
              </a:lnSpc>
              <a:buNone/>
            </a:pP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1. 포스터 규격 및 템플릿 선택</a:t>
            </a: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최종 출력 규격은 </a:t>
            </a:r>
            <a:r>
              <a:rPr lang="ko-KR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가로 950mm × 세로 1,200mm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입니다.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제공된 </a:t>
            </a:r>
            <a:r>
              <a:rPr lang="ko-KR" altLang="ko-KR" sz="3600" dirty="0" err="1">
                <a:latin typeface="페이퍼로지 5 Medium" pitchFamily="2" charset="-127"/>
                <a:ea typeface="페이퍼로지 5 Medium" pitchFamily="2" charset="-127"/>
              </a:rPr>
              <a:t>PPT는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 대지 설정이 완료되어 있으므로 슬라이드 크기와 비율을 변경하지 마세요.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참가 분야에 따라 </a:t>
            </a:r>
            <a:r>
              <a:rPr lang="ko-KR" altLang="ko-KR" sz="3600" b="1" dirty="0" err="1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Agentic</a:t>
            </a:r>
            <a:r>
              <a:rPr lang="ko-KR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 AI 또는 </a:t>
            </a:r>
            <a:r>
              <a:rPr lang="ko-KR" altLang="ko-KR" sz="3600" b="1" dirty="0" err="1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Physical</a:t>
            </a:r>
            <a:r>
              <a:rPr lang="ko-KR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 AI 템플릿 중 해당 양식 하나를 선택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하여 작성해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행사명과 배경 디자인은 유지하고, </a:t>
            </a:r>
            <a:r>
              <a:rPr lang="ko-KR" altLang="ko-KR" sz="36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흰색 영역 안에 내용을 배치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해 주세요.</a:t>
            </a:r>
            <a:endParaRPr lang="en-US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2. 작성 내용</a:t>
            </a: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아래 항목을 참고하여 팀의 솔루션에 맞게 내용을 구성해 주세요. 항목별 제목과 배치는 조정할 수 있습니다.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긴 문장보다 </a:t>
            </a: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핵심 키워드와 짧은 설명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을 중심으로 작성해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전문용어와 약어는 관람객이 이해할 수 있도록 간단한 설명을 함께 기재해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성과 수치를 제시할 경우 측정 조건이나 기준을 함께 표시해 주세요.</a:t>
            </a:r>
            <a:endParaRPr lang="en-US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3. 글꼴 및 글자 크기</a:t>
            </a: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공유된 </a:t>
            </a: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ko-KR" sz="3600" b="1" dirty="0" err="1">
                <a:latin typeface="페이퍼로지 5 Medium" pitchFamily="2" charset="-127"/>
                <a:ea typeface="페이퍼로지 5 Medium" pitchFamily="2" charset="-127"/>
              </a:rPr>
              <a:t>페이퍼로지</a:t>
            </a: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’ 글꼴 사용을 권장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하며, 팀별 글꼴 변경도 가능합니다.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위 크기는 </a:t>
            </a: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제공된 PPT 작업 화면 기준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입니다.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내용이 많더라도 글자를 과도하게 줄이지 말고, </a:t>
            </a:r>
            <a:br>
              <a:rPr lang="en-US" altLang="ko-KR" sz="3600" dirty="0">
                <a:latin typeface="페이퍼로지 5 Medium" pitchFamily="2" charset="-127"/>
                <a:ea typeface="페이퍼로지 5 Medium" pitchFamily="2" charset="-127"/>
              </a:rPr>
            </a:br>
            <a:r>
              <a:rPr lang="en-US" altLang="ko-KR" sz="360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내용을 요약하여 가독성을 확보해 주세요.</a:t>
            </a:r>
            <a:endParaRPr lang="en-US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4. 이미지 및 도표 사용</a:t>
            </a: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샘플을 참고하여 사진, 서비스 화면, 그래프, 다이어그램 등을 자유롭게 활용할 수 있습니다.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샘플 이미지와 임시 문구는 모두 팀의 실제 자료로 교체해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대형 출력 시 깨지지 않도록 </a:t>
            </a: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원본 또는 고해상도 이미지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를 사용해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도표 안의 글자와 수치도 읽기 쉬운 크기로 작성하고, 이미지 비율이 왜곡되지 않도록 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외부 자료를 사용하는 경우 출처를 표시하고, 공개 가능한 자료만 사용해 주세요. 의료 화면에 포함된 개인정보는 삭제하거나 </a:t>
            </a:r>
            <a:r>
              <a:rPr lang="ko-KR" altLang="ko-KR" sz="3600" dirty="0" err="1">
                <a:latin typeface="페이퍼로지 5 Medium" pitchFamily="2" charset="-127"/>
                <a:ea typeface="페이퍼로지 5 Medium" pitchFamily="2" charset="-127"/>
              </a:rPr>
              <a:t>비식별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 처리해 주세요.</a:t>
            </a:r>
            <a:endParaRPr lang="en-US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5. 제출 전 확인</a:t>
            </a: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참가 분야, </a:t>
            </a:r>
            <a:r>
              <a:rPr lang="ko-KR" altLang="ko-KR" sz="3600" dirty="0" err="1">
                <a:latin typeface="페이퍼로지 5 Medium" pitchFamily="2" charset="-127"/>
                <a:ea typeface="페이퍼로지 5 Medium" pitchFamily="2" charset="-127"/>
              </a:rPr>
              <a:t>팀명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, 솔루션명이 정확히 기재되어 있는지 확인해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 err="1">
                <a:latin typeface="페이퍼로지 5 Medium" pitchFamily="2" charset="-127"/>
                <a:ea typeface="페이퍼로지 5 Medium" pitchFamily="2" charset="-127"/>
              </a:rPr>
              <a:t>오탈자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, 수치, 이미지 화질 및 텍스트 잘림 여부를 점검해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안내 페이지와 샘플 페이지를 제외하고, </a:t>
            </a: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최종 포스터 페이지만 제출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 err="1">
                <a:latin typeface="페이퍼로지 5 Medium" pitchFamily="2" charset="-127"/>
                <a:ea typeface="페이퍼로지 5 Medium" pitchFamily="2" charset="-127"/>
              </a:rPr>
              <a:t>PDF로</a:t>
            </a: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 변환한 뒤 글꼴, 이미지, 배치가 정상적으로 표시되는지 확인해 주세요.</a:t>
            </a:r>
            <a:endParaRPr lang="en-US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3600" b="1" dirty="0">
                <a:latin typeface="페이퍼로지 5 Medium" pitchFamily="2" charset="-127"/>
                <a:ea typeface="페이퍼로지 5 Medium" pitchFamily="2" charset="-127"/>
              </a:rPr>
              <a:t>6. 제출 안내</a:t>
            </a: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제출 파일: 편집 가능한 PPT 원본 및 출력용 PDF 권장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파일명: </a:t>
            </a:r>
            <a:r>
              <a:rPr lang="ko-KR" altLang="ko-KR" sz="3600" dirty="0" err="1">
                <a:latin typeface="페이퍼로지 5 Medium" pitchFamily="2" charset="-127"/>
                <a:ea typeface="페이퍼로지 5 Medium" pitchFamily="2" charset="-127"/>
              </a:rPr>
              <a:t>참가분야_팀명_전시포스터</a:t>
            </a: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>
                <a:latin typeface="페이퍼로지 5 Medium" pitchFamily="2" charset="-127"/>
                <a:ea typeface="페이퍼로지 5 Medium" pitchFamily="2" charset="-127"/>
              </a:rPr>
              <a:t>제출 기한: </a:t>
            </a:r>
            <a:r>
              <a:rPr lang="en-US" altLang="ko-KR" sz="3600" b="1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1</a:t>
            </a:r>
            <a:r>
              <a:rPr lang="ko-KR" altLang="en-US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차 제출 </a:t>
            </a:r>
            <a:r>
              <a:rPr lang="en-US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2026. 10. 21 (</a:t>
            </a:r>
            <a:r>
              <a:rPr lang="ko-KR" altLang="en-US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수</a:t>
            </a:r>
            <a:r>
              <a:rPr lang="en-US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) ~12:00 / </a:t>
            </a:r>
            <a:r>
              <a:rPr lang="ko-KR" altLang="en-US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수정 보완  </a:t>
            </a:r>
            <a:r>
              <a:rPr lang="en-US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1</a:t>
            </a:r>
            <a:r>
              <a:rPr lang="ko-KR" altLang="en-US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주  </a:t>
            </a:r>
            <a:r>
              <a:rPr lang="en-US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/  </a:t>
            </a:r>
            <a:r>
              <a:rPr lang="ko-KR" altLang="en-US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최종 제출  </a:t>
            </a:r>
            <a:r>
              <a:rPr lang="en-US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2026. 10. 28 (</a:t>
            </a:r>
            <a:r>
              <a:rPr lang="ko-KR" altLang="en-US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수</a:t>
            </a:r>
            <a:r>
              <a:rPr lang="en-US" altLang="ko-KR" sz="3600" b="1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) ~12:00</a:t>
            </a:r>
            <a:endParaRPr lang="ko-KR" altLang="ko-KR" sz="3600" dirty="0">
              <a:solidFill>
                <a:srgbClr val="0070C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3600" dirty="0" err="1">
                <a:latin typeface="페이퍼로지 5 Medium" pitchFamily="2" charset="-127"/>
                <a:ea typeface="페이퍼로지 5 Medium" pitchFamily="2" charset="-127"/>
              </a:rPr>
              <a:t>제출처:</a:t>
            </a:r>
            <a:r>
              <a:rPr lang="ko-KR" altLang="en-US" sz="3600" dirty="0" err="1">
                <a:latin typeface="페이퍼로지 5 Medium" pitchFamily="2" charset="-127"/>
                <a:ea typeface="페이퍼로지 5 Medium" pitchFamily="2" charset="-127"/>
              </a:rPr>
              <a:t>사무국</a:t>
            </a:r>
            <a:r>
              <a:rPr lang="ko-KR" altLang="en-US" sz="3600" dirty="0">
                <a:latin typeface="페이퍼로지 5 Medium" pitchFamily="2" charset="-127"/>
                <a:ea typeface="페이퍼로지 5 Medium" pitchFamily="2" charset="-127"/>
              </a:rPr>
              <a:t> 이메일 </a:t>
            </a:r>
            <a:r>
              <a:rPr lang="en-US" altLang="ko-KR" sz="3600" dirty="0">
                <a:latin typeface="페이퍼로지 5 Medium" pitchFamily="2" charset="-127"/>
                <a:ea typeface="페이퍼로지 5 Medium" pitchFamily="2" charset="-127"/>
                <a:hlinkClick r:id="rId2"/>
              </a:rPr>
              <a:t>7903222@</a:t>
            </a:r>
            <a:r>
              <a:rPr lang="pl-PL" altLang="ko-KR" sz="3600" dirty="0">
                <a:latin typeface="페이퍼로지 5 Medium" pitchFamily="2" charset="-127"/>
                <a:ea typeface="페이퍼로지 5 Medium" pitchFamily="2" charset="-127"/>
                <a:hlinkClick r:id="rId2"/>
              </a:rPr>
              <a:t>startline</a:t>
            </a:r>
            <a:r>
              <a:rPr lang="en-US" altLang="ko-KR" sz="3600" dirty="0">
                <a:latin typeface="페이퍼로지 5 Medium" pitchFamily="2" charset="-127"/>
                <a:ea typeface="페이퍼로지 5 Medium" pitchFamily="2" charset="-127"/>
                <a:hlinkClick r:id="rId2"/>
              </a:rPr>
              <a:t>.co.kr</a:t>
            </a:r>
            <a:r>
              <a:rPr lang="en-US" altLang="ko-KR" sz="360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endParaRPr lang="ko-KR" altLang="ko-KR" sz="36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A5F93-3CC2-A473-A767-973F2A78857C}"/>
              </a:ext>
            </a:extLst>
          </p:cNvPr>
          <p:cNvSpPr txBox="1"/>
          <p:nvPr/>
        </p:nvSpPr>
        <p:spPr>
          <a:xfrm>
            <a:off x="25460522" y="35431485"/>
            <a:ext cx="6083141" cy="92333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작성 예시</a:t>
            </a:r>
            <a:r>
              <a:rPr lang="en-US" altLang="ko-KR" sz="54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54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안</a:t>
            </a:r>
            <a:r>
              <a:rPr lang="en-US" altLang="ko-KR" sz="54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  <a:cs typeface="Pretendard Medium" panose="02000603000000020004" pitchFamily="2" charset="-127"/>
              </a:rPr>
              <a:t>)</a:t>
            </a:r>
            <a:endParaRPr lang="ko-KR" altLang="en-US" sz="5400" dirty="0">
              <a:solidFill>
                <a:schemeClr val="bg1"/>
              </a:solidFill>
              <a:latin typeface="페이퍼로지 8 ExtraBold" pitchFamily="2" charset="-127"/>
              <a:ea typeface="페이퍼로지 8 ExtraBold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480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FEFC9-0174-CC8B-0F4B-388CBB39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1E861A6-80B7-54C4-F5B9-D5EFA3BC1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7330" cy="43200638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290ABD7-9260-D815-C8FF-A9739121034E}"/>
              </a:ext>
            </a:extLst>
          </p:cNvPr>
          <p:cNvSpPr/>
          <p:nvPr/>
        </p:nvSpPr>
        <p:spPr>
          <a:xfrm>
            <a:off x="-7680960" y="0"/>
            <a:ext cx="7071360" cy="70713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0" dirty="0">
                <a:latin typeface="페이퍼로지 8 ExtraBold" pitchFamily="2" charset="-127"/>
                <a:ea typeface="페이퍼로지 8 ExtraBold" pitchFamily="2" charset="-127"/>
              </a:rPr>
              <a:t>SAMPLE</a:t>
            </a:r>
          </a:p>
          <a:p>
            <a:pPr algn="ctr"/>
            <a:r>
              <a:rPr lang="pl-PL" altLang="ko-KR" sz="8000" dirty="0">
                <a:latin typeface="페이퍼로지 8 ExtraBold" pitchFamily="2" charset="-127"/>
                <a:ea typeface="페이퍼로지 8 ExtraBold" pitchFamily="2" charset="-127"/>
              </a:rPr>
              <a:t>PAGE</a:t>
            </a:r>
            <a:endParaRPr lang="ko-KR" altLang="en-US" sz="8000" dirty="0">
              <a:latin typeface="페이퍼로지 8 ExtraBold" pitchFamily="2" charset="-127"/>
              <a:ea typeface="페이퍼로지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395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8B954-9996-1FCB-D6D9-082B12E3A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D7A6F05-9668-E44D-1877-61602F631EF6}"/>
              </a:ext>
            </a:extLst>
          </p:cNvPr>
          <p:cNvCxnSpPr/>
          <p:nvPr/>
        </p:nvCxnSpPr>
        <p:spPr>
          <a:xfrm>
            <a:off x="2926080" y="9631680"/>
            <a:ext cx="2840736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1F1AB4C-6D4B-E4C5-E300-1BDDBB4D978F}"/>
              </a:ext>
            </a:extLst>
          </p:cNvPr>
          <p:cNvSpPr/>
          <p:nvPr/>
        </p:nvSpPr>
        <p:spPr>
          <a:xfrm>
            <a:off x="2621280" y="10241280"/>
            <a:ext cx="14173676" cy="9151617"/>
          </a:xfrm>
          <a:prstGeom prst="roundRect">
            <a:avLst>
              <a:gd name="adj" fmla="val 734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42B902F-998E-7DCA-A3AF-3CB1CEC47C9A}"/>
              </a:ext>
            </a:extLst>
          </p:cNvPr>
          <p:cNvSpPr/>
          <p:nvPr/>
        </p:nvSpPr>
        <p:spPr>
          <a:xfrm>
            <a:off x="17556480" y="10241280"/>
            <a:ext cx="14173676" cy="28569916"/>
          </a:xfrm>
          <a:prstGeom prst="roundRect">
            <a:avLst>
              <a:gd name="adj" fmla="val 734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62A6C13-473E-8298-7C0C-3856600E2FE2}"/>
              </a:ext>
            </a:extLst>
          </p:cNvPr>
          <p:cNvSpPr/>
          <p:nvPr/>
        </p:nvSpPr>
        <p:spPr>
          <a:xfrm>
            <a:off x="2621280" y="19812000"/>
            <a:ext cx="14173676" cy="7543799"/>
          </a:xfrm>
          <a:prstGeom prst="roundRect">
            <a:avLst>
              <a:gd name="adj" fmla="val 734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9A4DC1C-F481-928A-D930-E37E3EBA8443}"/>
              </a:ext>
            </a:extLst>
          </p:cNvPr>
          <p:cNvSpPr/>
          <p:nvPr/>
        </p:nvSpPr>
        <p:spPr>
          <a:xfrm>
            <a:off x="2621280" y="27838401"/>
            <a:ext cx="14173676" cy="10972798"/>
          </a:xfrm>
          <a:prstGeom prst="roundRect">
            <a:avLst>
              <a:gd name="adj" fmla="val 734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0C0B41-7ED2-E673-9848-71265194EA27}"/>
              </a:ext>
            </a:extLst>
          </p:cNvPr>
          <p:cNvSpPr txBox="1"/>
          <p:nvPr/>
        </p:nvSpPr>
        <p:spPr>
          <a:xfrm>
            <a:off x="3192281" y="13772226"/>
            <a:ext cx="13031674" cy="5222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altLang="en-US" sz="2000" b="1" dirty="0">
                <a:latin typeface="페이퍼로지 4 Regular" pitchFamily="2" charset="-127"/>
                <a:ea typeface="페이퍼로지 4 Regular" pitchFamily="2" charset="-127"/>
              </a:rPr>
              <a:t>세부 내용 및 기술 구간  </a:t>
            </a:r>
            <a:r>
              <a:rPr lang="en-US" altLang="ko-KR" sz="2000" b="1" dirty="0">
                <a:latin typeface="페이퍼로지 4 Regular" pitchFamily="2" charset="-127"/>
                <a:ea typeface="페이퍼로지 4 Regular" pitchFamily="2" charset="-127"/>
              </a:rPr>
              <a:t>- 20-24pt</a:t>
            </a:r>
          </a:p>
          <a:p>
            <a:pPr>
              <a:lnSpc>
                <a:spcPct val="120000"/>
              </a:lnSpc>
              <a:buNone/>
            </a:pPr>
            <a:endParaRPr lang="en-US" altLang="ko-KR" sz="2000" b="1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참가팀은 팀의 솔루션과 주요 성과를 쉽게 이해할 수 있도록 아래 기준에 따라 전시 부스 포스터를 작성해 주시기 바랍니다.</a:t>
            </a:r>
          </a:p>
          <a:p>
            <a:pPr>
              <a:lnSpc>
                <a:spcPct val="120000"/>
              </a:lnSpc>
              <a:buNone/>
            </a:pPr>
            <a:r>
              <a:rPr lang="ko-KR" altLang="ko-KR" sz="2000" b="1" dirty="0">
                <a:latin typeface="페이퍼로지 4 Regular" pitchFamily="2" charset="-127"/>
                <a:ea typeface="페이퍼로지 4 Regular" pitchFamily="2" charset="-127"/>
              </a:rPr>
              <a:t>1. 포스터 규격 및 템플릿 선택</a:t>
            </a:r>
            <a:endParaRPr lang="ko-KR" altLang="ko-KR" sz="20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최종 출력 규격은 </a:t>
            </a:r>
            <a:r>
              <a:rPr lang="ko-KR" altLang="ko-KR" sz="2000" b="1" dirty="0">
                <a:solidFill>
                  <a:srgbClr val="0070C0"/>
                </a:solidFill>
                <a:latin typeface="페이퍼로지 4 Regular" pitchFamily="2" charset="-127"/>
                <a:ea typeface="페이퍼로지 4 Regular" pitchFamily="2" charset="-127"/>
              </a:rPr>
              <a:t>가로 950mm × 세로 1,200mm</a:t>
            </a: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입니다.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제공된 </a:t>
            </a:r>
            <a:r>
              <a:rPr lang="ko-KR" altLang="ko-KR" sz="2000" dirty="0" err="1">
                <a:latin typeface="페이퍼로지 4 Regular" pitchFamily="2" charset="-127"/>
                <a:ea typeface="페이퍼로지 4 Regular" pitchFamily="2" charset="-127"/>
              </a:rPr>
              <a:t>PPT는</a:t>
            </a: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 대지 설정이 완료되어 있으므로 슬라이드 크기와 비율을 변경하지 마세요.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참가 분야에 따라 </a:t>
            </a:r>
            <a:r>
              <a:rPr lang="ko-KR" altLang="ko-KR" sz="2000" b="1" dirty="0" err="1">
                <a:solidFill>
                  <a:srgbClr val="0070C0"/>
                </a:solidFill>
                <a:latin typeface="페이퍼로지 4 Regular" pitchFamily="2" charset="-127"/>
                <a:ea typeface="페이퍼로지 4 Regular" pitchFamily="2" charset="-127"/>
              </a:rPr>
              <a:t>Agentic</a:t>
            </a:r>
            <a:r>
              <a:rPr lang="ko-KR" altLang="ko-KR" sz="2000" b="1" dirty="0">
                <a:solidFill>
                  <a:srgbClr val="0070C0"/>
                </a:solidFill>
                <a:latin typeface="페이퍼로지 4 Regular" pitchFamily="2" charset="-127"/>
                <a:ea typeface="페이퍼로지 4 Regular" pitchFamily="2" charset="-127"/>
              </a:rPr>
              <a:t> AI 또는 </a:t>
            </a:r>
            <a:r>
              <a:rPr lang="ko-KR" altLang="ko-KR" sz="2000" b="1" dirty="0" err="1">
                <a:solidFill>
                  <a:srgbClr val="0070C0"/>
                </a:solidFill>
                <a:latin typeface="페이퍼로지 4 Regular" pitchFamily="2" charset="-127"/>
                <a:ea typeface="페이퍼로지 4 Regular" pitchFamily="2" charset="-127"/>
              </a:rPr>
              <a:t>Physical</a:t>
            </a:r>
            <a:r>
              <a:rPr lang="ko-KR" altLang="ko-KR" sz="2000" b="1" dirty="0">
                <a:solidFill>
                  <a:srgbClr val="0070C0"/>
                </a:solidFill>
                <a:latin typeface="페이퍼로지 4 Regular" pitchFamily="2" charset="-127"/>
                <a:ea typeface="페이퍼로지 4 Regular" pitchFamily="2" charset="-127"/>
              </a:rPr>
              <a:t> AI 템플릿 중 해당 양식 하나를 선택</a:t>
            </a: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하여 작성해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행사명과 배경 디자인은 유지하고, </a:t>
            </a:r>
            <a:r>
              <a:rPr lang="ko-KR" altLang="ko-KR" sz="2000" dirty="0">
                <a:solidFill>
                  <a:srgbClr val="0070C0"/>
                </a:solidFill>
                <a:latin typeface="페이퍼로지 4 Regular" pitchFamily="2" charset="-127"/>
                <a:ea typeface="페이퍼로지 4 Regular" pitchFamily="2" charset="-127"/>
              </a:rPr>
              <a:t>흰색 영역 안에 내용을 배치</a:t>
            </a: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해 주세요.</a:t>
            </a:r>
            <a:endParaRPr lang="en-US" altLang="ko-KR" sz="2000" dirty="0">
              <a:latin typeface="페이퍼로지 4 Regular" pitchFamily="2" charset="-127"/>
              <a:ea typeface="페이퍼로지 4 Regular" pitchFamily="2" charset="-127"/>
            </a:endParaRPr>
          </a:p>
          <a:p>
            <a:pPr lvl="0">
              <a:lnSpc>
                <a:spcPct val="120000"/>
              </a:lnSpc>
            </a:pPr>
            <a:endParaRPr lang="ko-KR" altLang="ko-KR" sz="2000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2000" b="1" dirty="0">
                <a:latin typeface="페이퍼로지 4 Regular" pitchFamily="2" charset="-127"/>
                <a:ea typeface="페이퍼로지 4 Regular" pitchFamily="2" charset="-127"/>
              </a:rPr>
              <a:t>2. 작성 내용</a:t>
            </a:r>
            <a:endParaRPr lang="ko-KR" altLang="ko-KR" sz="2000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아래 항목을 참고하여 팀의 솔루션에 맞게 내용을 구성해 주세요. 항목별 제목과 배치는 조정할 수 있습니다.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긴 문장보다 </a:t>
            </a:r>
            <a:r>
              <a:rPr lang="ko-KR" altLang="ko-KR" sz="2000" b="1" dirty="0">
                <a:latin typeface="페이퍼로지 4 Regular" pitchFamily="2" charset="-127"/>
                <a:ea typeface="페이퍼로지 4 Regular" pitchFamily="2" charset="-127"/>
              </a:rPr>
              <a:t>핵심 키워드와 짧은 설명</a:t>
            </a: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을 중심으로 작성해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전문용어와 약어는 관람객이 이해할 수 있도록 간단한 설명을 함께 기재해 주세요.</a:t>
            </a:r>
          </a:p>
          <a:p>
            <a:pPr marL="342900" lvl="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dirty="0">
                <a:latin typeface="페이퍼로지 4 Regular" pitchFamily="2" charset="-127"/>
                <a:ea typeface="페이퍼로지 4 Regular" pitchFamily="2" charset="-127"/>
              </a:rPr>
              <a:t>성과 수치를 제시할 경우 측정 조건이나 기준을 함께 표시해 주세요.</a:t>
            </a:r>
            <a:endParaRPr lang="en-US" altLang="ko-KR" sz="2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BA088-C462-79B3-7C51-1C7FAC731A01}"/>
              </a:ext>
            </a:extLst>
          </p:cNvPr>
          <p:cNvSpPr txBox="1"/>
          <p:nvPr/>
        </p:nvSpPr>
        <p:spPr>
          <a:xfrm>
            <a:off x="3192281" y="11911505"/>
            <a:ext cx="13031674" cy="148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altLang="en-US" sz="2600" dirty="0">
                <a:solidFill>
                  <a:srgbClr val="0070C0"/>
                </a:solidFill>
                <a:latin typeface="페이퍼로지 6 SemiBold" pitchFamily="2" charset="-127"/>
                <a:ea typeface="페이퍼로지 6 SemiBold" pitchFamily="2" charset="-127"/>
              </a:rPr>
              <a:t>핵심 내용 기술 구간을 적는 구간으로</a:t>
            </a:r>
            <a:r>
              <a:rPr lang="en-US" altLang="ko-KR" sz="2600" dirty="0">
                <a:solidFill>
                  <a:srgbClr val="0070C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2600" dirty="0">
                <a:solidFill>
                  <a:srgbClr val="0070C0"/>
                </a:solidFill>
                <a:latin typeface="페이퍼로지 6 SemiBold" pitchFamily="2" charset="-127"/>
                <a:ea typeface="페이퍼로지 6 SemiBold" pitchFamily="2" charset="-127"/>
              </a:rPr>
              <a:t>핵심의 중요한 내용만 기술해 주세요 </a:t>
            </a:r>
            <a:endParaRPr lang="en-US" altLang="ko-KR" sz="2600" dirty="0">
              <a:solidFill>
                <a:srgbClr val="0070C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>
              <a:lnSpc>
                <a:spcPct val="120000"/>
              </a:lnSpc>
              <a:buNone/>
            </a:pPr>
            <a:r>
              <a:rPr lang="ko-KR" altLang="en-US" sz="2600" dirty="0">
                <a:solidFill>
                  <a:srgbClr val="0070C0"/>
                </a:solidFill>
                <a:latin typeface="페이퍼로지 6 SemiBold" pitchFamily="2" charset="-127"/>
                <a:ea typeface="페이퍼로지 6 SemiBold" pitchFamily="2" charset="-127"/>
              </a:rPr>
              <a:t>참고로 기술하는 내용들입니다</a:t>
            </a:r>
            <a:r>
              <a:rPr lang="en-US" altLang="ko-KR" sz="2600" dirty="0">
                <a:solidFill>
                  <a:srgbClr val="0070C0"/>
                </a:solidFill>
                <a:latin typeface="페이퍼로지 6 SemiBold" pitchFamily="2" charset="-127"/>
                <a:ea typeface="페이퍼로지 6 SemiBold" pitchFamily="2" charset="-127"/>
              </a:rPr>
              <a:t>. </a:t>
            </a:r>
          </a:p>
          <a:p>
            <a:pPr>
              <a:lnSpc>
                <a:spcPct val="120000"/>
              </a:lnSpc>
              <a:buNone/>
            </a:pPr>
            <a:r>
              <a:rPr lang="ko-KR" altLang="en-US" sz="2600" dirty="0">
                <a:solidFill>
                  <a:srgbClr val="0070C0"/>
                </a:solidFill>
                <a:latin typeface="페이퍼로지 6 SemiBold" pitchFamily="2" charset="-127"/>
                <a:ea typeface="페이퍼로지 6 SemiBold" pitchFamily="2" charset="-127"/>
              </a:rPr>
              <a:t>폰트와 크기 내용은 자유롭게 구성하세요   </a:t>
            </a:r>
            <a:r>
              <a:rPr lang="en-US" altLang="ko-KR" sz="2600" dirty="0">
                <a:solidFill>
                  <a:srgbClr val="0070C0"/>
                </a:solidFill>
                <a:latin typeface="페이퍼로지 6 SemiBold" pitchFamily="2" charset="-127"/>
                <a:ea typeface="페이퍼로지 6 SemiBold" pitchFamily="2" charset="-127"/>
              </a:rPr>
              <a:t>– 26~32pt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A6248D-8AC7-F87B-D2D5-1F4E64FB5BCD}"/>
              </a:ext>
            </a:extLst>
          </p:cNvPr>
          <p:cNvSpPr txBox="1"/>
          <p:nvPr/>
        </p:nvSpPr>
        <p:spPr>
          <a:xfrm>
            <a:off x="3192281" y="10807406"/>
            <a:ext cx="13031674" cy="684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altLang="en-US" sz="3600" dirty="0">
                <a:latin typeface="페이퍼로지 8 ExtraBold" pitchFamily="2" charset="-127"/>
                <a:ea typeface="페이퍼로지 8 ExtraBold" pitchFamily="2" charset="-127"/>
              </a:rPr>
              <a:t>제목 크기 및 타이틀 </a:t>
            </a:r>
            <a:r>
              <a:rPr lang="en-US" altLang="ko-KR" sz="3600" dirty="0">
                <a:latin typeface="페이퍼로지 8 ExtraBold" pitchFamily="2" charset="-127"/>
                <a:ea typeface="페이퍼로지 8 ExtraBold" pitchFamily="2" charset="-127"/>
              </a:rPr>
              <a:t>– 36~42pt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C84010-778B-2E4D-93D5-2C1792B85305}"/>
              </a:ext>
            </a:extLst>
          </p:cNvPr>
          <p:cNvSpPr txBox="1"/>
          <p:nvPr/>
        </p:nvSpPr>
        <p:spPr>
          <a:xfrm>
            <a:off x="18127481" y="8102418"/>
            <a:ext cx="13031674" cy="981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None/>
            </a:pPr>
            <a:r>
              <a:rPr lang="ko-KR" altLang="en-US" sz="5400" dirty="0">
                <a:latin typeface="페이퍼로지 8 ExtraBold" pitchFamily="2" charset="-127"/>
                <a:ea typeface="페이퍼로지 8 ExtraBold" pitchFamily="2" charset="-127"/>
              </a:rPr>
              <a:t>소속  </a:t>
            </a:r>
            <a:r>
              <a:rPr lang="en-US" altLang="ko-KR" sz="5400" dirty="0">
                <a:latin typeface="페이퍼로지 8 ExtraBold" pitchFamily="2" charset="-127"/>
                <a:ea typeface="페이퍼로지 8 ExtraBold" pitchFamily="2" charset="-127"/>
              </a:rPr>
              <a:t>/ </a:t>
            </a:r>
            <a:r>
              <a:rPr lang="ko-KR" altLang="en-US" sz="5400" dirty="0" err="1">
                <a:latin typeface="페이퍼로지 8 ExtraBold" pitchFamily="2" charset="-127"/>
                <a:ea typeface="페이퍼로지 8 ExtraBold" pitchFamily="2" charset="-127"/>
              </a:rPr>
              <a:t>팀명</a:t>
            </a:r>
            <a:r>
              <a:rPr lang="ko-KR" altLang="en-US" sz="5400" dirty="0">
                <a:latin typeface="페이퍼로지 8 ExtraBold" pitchFamily="2" charset="-127"/>
                <a:ea typeface="페이퍼로지 8 ExtraBold" pitchFamily="2" charset="-127"/>
              </a:rPr>
              <a:t> </a:t>
            </a:r>
            <a:r>
              <a:rPr lang="en-US" altLang="ko-KR" sz="5400" dirty="0">
                <a:latin typeface="페이퍼로지 8 ExtraBold" pitchFamily="2" charset="-127"/>
                <a:ea typeface="페이퍼로지 8 ExtraBold" pitchFamily="2" charset="-127"/>
              </a:rPr>
              <a:t>/ </a:t>
            </a:r>
            <a:r>
              <a:rPr lang="ko-KR" altLang="en-US" sz="5400" dirty="0">
                <a:latin typeface="페이퍼로지 8 ExtraBold" pitchFamily="2" charset="-127"/>
                <a:ea typeface="페이퍼로지 8 ExtraBold" pitchFamily="2" charset="-127"/>
              </a:rPr>
              <a:t>팀원  </a:t>
            </a:r>
            <a:endParaRPr lang="en-US" altLang="ko-KR" sz="5400" dirty="0"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965A4A-997A-BCA8-A8E6-403BBF379227}"/>
              </a:ext>
            </a:extLst>
          </p:cNvPr>
          <p:cNvSpPr txBox="1"/>
          <p:nvPr/>
        </p:nvSpPr>
        <p:spPr>
          <a:xfrm>
            <a:off x="3070361" y="8125166"/>
            <a:ext cx="13031674" cy="127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altLang="en-US" sz="7200" dirty="0">
                <a:latin typeface="페이퍼로지 8 ExtraBold" pitchFamily="2" charset="-127"/>
                <a:ea typeface="페이퍼로지 8 ExtraBold" pitchFamily="2" charset="-127"/>
              </a:rPr>
              <a:t>프로젝트명</a:t>
            </a:r>
            <a:endParaRPr lang="en-US" altLang="ko-KR" sz="7200" dirty="0"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B05F4F4-9F4D-225D-7ECB-867DF119521F}"/>
              </a:ext>
            </a:extLst>
          </p:cNvPr>
          <p:cNvSpPr/>
          <p:nvPr/>
        </p:nvSpPr>
        <p:spPr>
          <a:xfrm>
            <a:off x="-7680960" y="0"/>
            <a:ext cx="7071360" cy="70713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0" dirty="0">
                <a:latin typeface="페이퍼로지 8 ExtraBold" pitchFamily="2" charset="-127"/>
                <a:ea typeface="페이퍼로지 8 ExtraBold" pitchFamily="2" charset="-127"/>
              </a:rPr>
              <a:t>SAMPLE</a:t>
            </a:r>
          </a:p>
          <a:p>
            <a:pPr algn="ctr"/>
            <a:r>
              <a:rPr lang="pl-PL" altLang="ko-KR" sz="8000" dirty="0">
                <a:latin typeface="페이퍼로지 8 ExtraBold" pitchFamily="2" charset="-127"/>
                <a:ea typeface="페이퍼로지 8 ExtraBold" pitchFamily="2" charset="-127"/>
              </a:rPr>
              <a:t>PAGE</a:t>
            </a:r>
            <a:endParaRPr lang="ko-KR" altLang="en-US" sz="8000" dirty="0">
              <a:latin typeface="페이퍼로지 8 ExtraBold" pitchFamily="2" charset="-127"/>
              <a:ea typeface="페이퍼로지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70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4EE4-8C5B-D392-EFDF-5C34C23F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75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29A4A-4BBA-1736-537A-B065F947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7BF01B7-1BDD-53C6-DDA7-7FD0D51AC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4199513" cy="43203395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500AB627-22D5-81F6-4211-3A5829E883B9}"/>
              </a:ext>
            </a:extLst>
          </p:cNvPr>
          <p:cNvSpPr/>
          <p:nvPr/>
        </p:nvSpPr>
        <p:spPr>
          <a:xfrm>
            <a:off x="-7680960" y="0"/>
            <a:ext cx="7071360" cy="70713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0" dirty="0">
                <a:latin typeface="페이퍼로지 8 ExtraBold" pitchFamily="2" charset="-127"/>
                <a:ea typeface="페이퍼로지 8 ExtraBold" pitchFamily="2" charset="-127"/>
              </a:rPr>
              <a:t>SAMPLE</a:t>
            </a:r>
          </a:p>
          <a:p>
            <a:pPr algn="ctr"/>
            <a:r>
              <a:rPr lang="pl-PL" altLang="ko-KR" sz="8000" dirty="0">
                <a:latin typeface="페이퍼로지 8 ExtraBold" pitchFamily="2" charset="-127"/>
                <a:ea typeface="페이퍼로지 8 ExtraBold" pitchFamily="2" charset="-127"/>
              </a:rPr>
              <a:t>PAGE</a:t>
            </a:r>
            <a:endParaRPr lang="ko-KR" altLang="en-US" sz="8000" dirty="0">
              <a:latin typeface="페이퍼로지 8 ExtraBold" pitchFamily="2" charset="-127"/>
              <a:ea typeface="페이퍼로지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992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EB29-801E-CB54-9B3C-7DD2730C8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662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375</TotalTime>
  <Words>694</Words>
  <Application>Microsoft Office PowerPoint</Application>
  <PresentationFormat>사용자 지정</PresentationFormat>
  <Paragraphs>91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페이퍼로지 4 Regular</vt:lpstr>
      <vt:lpstr>페이퍼로지 5 Medium</vt:lpstr>
      <vt:lpstr>페이퍼로지 6 SemiBold</vt:lpstr>
      <vt:lpstr>페이퍼로지 8 ExtraBold</vt:lpstr>
      <vt:lpstr>Arial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Heejeong Ji</dc:creator>
  <cp:lastModifiedBy>Heejeong Ji</cp:lastModifiedBy>
  <cp:revision>2</cp:revision>
  <dcterms:created xsi:type="dcterms:W3CDTF">2026-10-01T06:07:44Z</dcterms:created>
  <dcterms:modified xsi:type="dcterms:W3CDTF">2026-10-01T12:23:24Z</dcterms:modified>
</cp:coreProperties>
</file>